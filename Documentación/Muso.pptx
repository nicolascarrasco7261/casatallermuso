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Medium" charset="1" panose="00000600000000000000"/>
      <p:regular r:id="rId13"/>
    </p:embeddedFont>
    <p:embeddedFont>
      <p:font typeface="Open Sauce" charset="1" panose="00000500000000000000"/>
      <p:regular r:id="rId14"/>
    </p:embeddedFont>
    <p:embeddedFont>
      <p:font typeface="Open Sauce Italics" charset="1" panose="00000500000000000000"/>
      <p:regular r:id="rId15"/>
    </p:embeddedFont>
    <p:embeddedFont>
      <p:font typeface="Open Sauce Light" charset="1" panose="00000400000000000000"/>
      <p:regular r:id="rId16"/>
    </p:embeddedFont>
    <p:embeddedFont>
      <p:font typeface="Aileron Italic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19" Target="../media/image24.png" Type="http://schemas.openxmlformats.org/officeDocument/2006/relationships/image"/><Relationship Id="rId2" Target="../media/image1.png" Type="http://schemas.openxmlformats.org/officeDocument/2006/relationships/image"/><Relationship Id="rId20" Target="../media/image25.sv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084" y="3058015"/>
            <a:ext cx="17969833" cy="366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0"/>
              </a:lnSpc>
            </a:pPr>
            <a:r>
              <a:rPr lang="en-US" b="true" sz="30000" spc="-1350">
                <a:solidFill>
                  <a:srgbClr val="EFEFEF">
                    <a:alpha val="82745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muso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12990" y="4505829"/>
            <a:ext cx="19141667" cy="2379468"/>
            <a:chOff x="0" y="0"/>
            <a:chExt cx="5570263" cy="692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70263" cy="692430"/>
            </a:xfrm>
            <a:custGeom>
              <a:avLst/>
              <a:gdLst/>
              <a:ahLst/>
              <a:cxnLst/>
              <a:rect r="r" b="b" t="t" l="l"/>
              <a:pathLst>
                <a:path h="692430" w="5570263">
                  <a:moveTo>
                    <a:pt x="0" y="0"/>
                  </a:moveTo>
                  <a:lnTo>
                    <a:pt x="5570263" y="0"/>
                  </a:lnTo>
                  <a:lnTo>
                    <a:pt x="5570263" y="692430"/>
                  </a:lnTo>
                  <a:lnTo>
                    <a:pt x="0" y="692430"/>
                  </a:ln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570263" cy="69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1861" y="505729"/>
            <a:ext cx="4631128" cy="544204"/>
            <a:chOff x="0" y="0"/>
            <a:chExt cx="3458428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71221" y="6250622"/>
            <a:ext cx="5535461" cy="939246"/>
            <a:chOff x="0" y="0"/>
            <a:chExt cx="2395126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95126" cy="406400"/>
            </a:xfrm>
            <a:custGeom>
              <a:avLst/>
              <a:gdLst/>
              <a:ahLst/>
              <a:cxnLst/>
              <a:rect r="r" b="b" t="t" l="l"/>
              <a:pathLst>
                <a:path h="406400" w="2395126">
                  <a:moveTo>
                    <a:pt x="2191926" y="0"/>
                  </a:moveTo>
                  <a:cubicBezTo>
                    <a:pt x="2304150" y="0"/>
                    <a:pt x="2395126" y="90976"/>
                    <a:pt x="2395126" y="203200"/>
                  </a:cubicBezTo>
                  <a:cubicBezTo>
                    <a:pt x="2395126" y="315424"/>
                    <a:pt x="2304150" y="406400"/>
                    <a:pt x="21919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100000"/>
                  </a:srgbClr>
                </a:gs>
                <a:gs pos="20000">
                  <a:srgbClr val="0F062D">
                    <a:alpha val="100000"/>
                  </a:srgbClr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395126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97407" y="5695563"/>
            <a:ext cx="5920018" cy="5177325"/>
          </a:xfrm>
          <a:custGeom>
            <a:avLst/>
            <a:gdLst/>
            <a:ahLst/>
            <a:cxnLst/>
            <a:rect r="r" b="b" t="t" l="l"/>
            <a:pathLst>
              <a:path h="5177325" w="5920018">
                <a:moveTo>
                  <a:pt x="0" y="0"/>
                </a:moveTo>
                <a:lnTo>
                  <a:pt x="5920018" y="0"/>
                </a:lnTo>
                <a:lnTo>
                  <a:pt x="5920018" y="5177324"/>
                </a:lnTo>
                <a:lnTo>
                  <a:pt x="0" y="5177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21703" y="677716"/>
            <a:ext cx="29317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Julio 1 , 2026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77816" y="684817"/>
            <a:ext cx="42792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Camilo P | Vicente R | Nicolás C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71221" y="6528600"/>
            <a:ext cx="6390936" cy="51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b="true" sz="4209" spc="-1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Centro cultural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9344025"/>
            <a:ext cx="3737193" cy="36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999" spc="-134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Presentación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93450" y="-318232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5419632" y="1876277"/>
            <a:ext cx="3401913" cy="7157609"/>
            <a:chOff x="0" y="0"/>
            <a:chExt cx="352977" cy="7426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2977" cy="742661"/>
            </a:xfrm>
            <a:custGeom>
              <a:avLst/>
              <a:gdLst/>
              <a:ahLst/>
              <a:cxnLst/>
              <a:rect r="r" b="b" t="t" l="l"/>
              <a:pathLst>
                <a:path h="742661" w="352977">
                  <a:moveTo>
                    <a:pt x="81927" y="0"/>
                  </a:moveTo>
                  <a:lnTo>
                    <a:pt x="271049" y="0"/>
                  </a:lnTo>
                  <a:cubicBezTo>
                    <a:pt x="292778" y="0"/>
                    <a:pt x="313616" y="8632"/>
                    <a:pt x="328981" y="23996"/>
                  </a:cubicBezTo>
                  <a:cubicBezTo>
                    <a:pt x="344345" y="39360"/>
                    <a:pt x="352977" y="60199"/>
                    <a:pt x="352977" y="81927"/>
                  </a:cubicBezTo>
                  <a:lnTo>
                    <a:pt x="352977" y="660734"/>
                  </a:lnTo>
                  <a:cubicBezTo>
                    <a:pt x="352977" y="682462"/>
                    <a:pt x="344345" y="703301"/>
                    <a:pt x="328981" y="718665"/>
                  </a:cubicBezTo>
                  <a:cubicBezTo>
                    <a:pt x="313616" y="734030"/>
                    <a:pt x="292778" y="742661"/>
                    <a:pt x="271049" y="742661"/>
                  </a:cubicBezTo>
                  <a:lnTo>
                    <a:pt x="81927" y="742661"/>
                  </a:lnTo>
                  <a:cubicBezTo>
                    <a:pt x="60199" y="742661"/>
                    <a:pt x="39360" y="734030"/>
                    <a:pt x="23996" y="718665"/>
                  </a:cubicBezTo>
                  <a:cubicBezTo>
                    <a:pt x="8632" y="703301"/>
                    <a:pt x="0" y="682462"/>
                    <a:pt x="0" y="660734"/>
                  </a:cubicBezTo>
                  <a:lnTo>
                    <a:pt x="0" y="81927"/>
                  </a:lnTo>
                  <a:cubicBezTo>
                    <a:pt x="0" y="60199"/>
                    <a:pt x="8632" y="39360"/>
                    <a:pt x="23996" y="23996"/>
                  </a:cubicBezTo>
                  <a:cubicBezTo>
                    <a:pt x="39360" y="8632"/>
                    <a:pt x="60199" y="0"/>
                    <a:pt x="81927" y="0"/>
                  </a:cubicBez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-137021" t="0" r="-137021" b="0"/>
              </a:stretch>
            </a:blipFill>
            <a:ln w="9525" cap="rnd">
              <a:solidFill>
                <a:srgbClr val="0F042D">
                  <a:alpha val="67843"/>
                </a:srgbClr>
              </a:solidFill>
              <a:prstDash val="solid"/>
              <a:round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97759" y="1876277"/>
            <a:ext cx="3401913" cy="7157609"/>
            <a:chOff x="0" y="0"/>
            <a:chExt cx="352977" cy="7426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2977" cy="742661"/>
            </a:xfrm>
            <a:custGeom>
              <a:avLst/>
              <a:gdLst/>
              <a:ahLst/>
              <a:cxnLst/>
              <a:rect r="r" b="b" t="t" l="l"/>
              <a:pathLst>
                <a:path h="742661" w="352977">
                  <a:moveTo>
                    <a:pt x="81927" y="0"/>
                  </a:moveTo>
                  <a:lnTo>
                    <a:pt x="271049" y="0"/>
                  </a:lnTo>
                  <a:cubicBezTo>
                    <a:pt x="292778" y="0"/>
                    <a:pt x="313616" y="8632"/>
                    <a:pt x="328981" y="23996"/>
                  </a:cubicBezTo>
                  <a:cubicBezTo>
                    <a:pt x="344345" y="39360"/>
                    <a:pt x="352977" y="60199"/>
                    <a:pt x="352977" y="81927"/>
                  </a:cubicBezTo>
                  <a:lnTo>
                    <a:pt x="352977" y="660734"/>
                  </a:lnTo>
                  <a:cubicBezTo>
                    <a:pt x="352977" y="682462"/>
                    <a:pt x="344345" y="703301"/>
                    <a:pt x="328981" y="718665"/>
                  </a:cubicBezTo>
                  <a:cubicBezTo>
                    <a:pt x="313616" y="734030"/>
                    <a:pt x="292778" y="742661"/>
                    <a:pt x="271049" y="742661"/>
                  </a:cubicBezTo>
                  <a:lnTo>
                    <a:pt x="81927" y="742661"/>
                  </a:lnTo>
                  <a:cubicBezTo>
                    <a:pt x="60199" y="742661"/>
                    <a:pt x="39360" y="734030"/>
                    <a:pt x="23996" y="718665"/>
                  </a:cubicBezTo>
                  <a:cubicBezTo>
                    <a:pt x="8632" y="703301"/>
                    <a:pt x="0" y="682462"/>
                    <a:pt x="0" y="660734"/>
                  </a:cubicBezTo>
                  <a:lnTo>
                    <a:pt x="0" y="81927"/>
                  </a:lnTo>
                  <a:cubicBezTo>
                    <a:pt x="0" y="60199"/>
                    <a:pt x="8632" y="39360"/>
                    <a:pt x="23996" y="23996"/>
                  </a:cubicBezTo>
                  <a:cubicBezTo>
                    <a:pt x="39360" y="8632"/>
                    <a:pt x="60199" y="0"/>
                    <a:pt x="81927" y="0"/>
                  </a:cubicBezTo>
                  <a:close/>
                </a:path>
              </a:pathLst>
            </a:custGeom>
            <a:blipFill>
              <a:blip r:embed="rId3">
                <a:alphaModFix amt="68000"/>
              </a:blip>
              <a:stretch>
                <a:fillRect l="-107898" t="0" r="-107898" b="0"/>
              </a:stretch>
            </a:blipFill>
            <a:ln w="9525" cap="rnd">
              <a:solidFill>
                <a:srgbClr val="0F042D">
                  <a:alpha val="67843"/>
                </a:srgbClr>
              </a:solidFill>
              <a:prstDash val="solid"/>
              <a:round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28700" y="1651862"/>
            <a:ext cx="6921793" cy="7606438"/>
            <a:chOff x="0" y="0"/>
            <a:chExt cx="675815" cy="7426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5815" cy="742661"/>
            </a:xfrm>
            <a:custGeom>
              <a:avLst/>
              <a:gdLst/>
              <a:ahLst/>
              <a:cxnLst/>
              <a:rect r="r" b="b" t="t" l="l"/>
              <a:pathLst>
                <a:path h="742661" w="675815">
                  <a:moveTo>
                    <a:pt x="40265" y="0"/>
                  </a:moveTo>
                  <a:lnTo>
                    <a:pt x="635550" y="0"/>
                  </a:lnTo>
                  <a:cubicBezTo>
                    <a:pt x="646229" y="0"/>
                    <a:pt x="656471" y="4242"/>
                    <a:pt x="664022" y="11793"/>
                  </a:cubicBezTo>
                  <a:cubicBezTo>
                    <a:pt x="671573" y="19345"/>
                    <a:pt x="675815" y="29586"/>
                    <a:pt x="675815" y="40265"/>
                  </a:cubicBezTo>
                  <a:lnTo>
                    <a:pt x="675815" y="702396"/>
                  </a:lnTo>
                  <a:cubicBezTo>
                    <a:pt x="675815" y="713075"/>
                    <a:pt x="671573" y="723316"/>
                    <a:pt x="664022" y="730868"/>
                  </a:cubicBezTo>
                  <a:cubicBezTo>
                    <a:pt x="656471" y="738419"/>
                    <a:pt x="646229" y="742661"/>
                    <a:pt x="635550" y="742661"/>
                  </a:cubicBezTo>
                  <a:lnTo>
                    <a:pt x="40265" y="742661"/>
                  </a:lnTo>
                  <a:cubicBezTo>
                    <a:pt x="29586" y="742661"/>
                    <a:pt x="19345" y="738419"/>
                    <a:pt x="11793" y="730868"/>
                  </a:cubicBezTo>
                  <a:cubicBezTo>
                    <a:pt x="4242" y="723316"/>
                    <a:pt x="0" y="713075"/>
                    <a:pt x="0" y="702396"/>
                  </a:cubicBezTo>
                  <a:lnTo>
                    <a:pt x="0" y="40265"/>
                  </a:lnTo>
                  <a:cubicBezTo>
                    <a:pt x="0" y="29586"/>
                    <a:pt x="4242" y="19345"/>
                    <a:pt x="11793" y="11793"/>
                  </a:cubicBezTo>
                  <a:cubicBezTo>
                    <a:pt x="19345" y="4242"/>
                    <a:pt x="29586" y="0"/>
                    <a:pt x="40265" y="0"/>
                  </a:cubicBezTo>
                  <a:close/>
                </a:path>
              </a:pathLst>
            </a:custGeom>
            <a:blipFill>
              <a:blip r:embed="rId4"/>
              <a:stretch>
                <a:fillRect l="-32469" t="0" r="-32469" b="0"/>
              </a:stretch>
            </a:blipFill>
            <a:ln w="9525" cap="rnd">
              <a:solidFill>
                <a:srgbClr val="0F042D"/>
              </a:solidFill>
              <a:prstDash val="solid"/>
              <a:round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098837" y="1775687"/>
            <a:ext cx="7160463" cy="108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000" spc="-360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¿Qué es Muso?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98837" y="3477093"/>
            <a:ext cx="7160463" cy="64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spc="-63">
                <a:solidFill>
                  <a:srgbClr val="0F042D"/>
                </a:solidFill>
                <a:latin typeface="Open Sauce"/>
                <a:ea typeface="Open Sauce"/>
                <a:cs typeface="Open Sauce"/>
                <a:sym typeface="Open Sauce"/>
              </a:rPr>
              <a:t>Muso es un centro cultural ubicado en la comuna de maipú.</a:t>
            </a:r>
          </a:p>
          <a:p>
            <a:pPr algn="l" marL="0" indent="0" lvl="0">
              <a:lnSpc>
                <a:spcPts val="2599"/>
              </a:lnSpc>
            </a:pPr>
            <a:r>
              <a:rPr lang="en-US" sz="1999" spc="-63">
                <a:solidFill>
                  <a:srgbClr val="0F042D"/>
                </a:solidFill>
                <a:latin typeface="Open Sauce"/>
                <a:ea typeface="Open Sauce"/>
                <a:cs typeface="Open Sauce"/>
                <a:sym typeface="Open Sauce"/>
              </a:rPr>
              <a:t>Su objetivo es acercar la cultura a toda la comunidad.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80503" y="5143500"/>
            <a:ext cx="4941681" cy="3350250"/>
            <a:chOff x="0" y="0"/>
            <a:chExt cx="1301513" cy="8823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17619" y="5908050"/>
            <a:ext cx="4941681" cy="3350250"/>
            <a:chOff x="0" y="0"/>
            <a:chExt cx="1301513" cy="8823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196544" y="5550331"/>
            <a:ext cx="4090547" cy="50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Servicio </a:t>
            </a:r>
            <a:r>
              <a:rPr lang="en-US" b="true" sz="3727" spc="-167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43186" y="6286828"/>
            <a:ext cx="4090547" cy="50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Servicio </a:t>
            </a:r>
            <a:r>
              <a:rPr lang="en-US" b="true" sz="3727" spc="-167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02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7222075" y="6372646"/>
            <a:ext cx="401371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12768717" y="7109142"/>
            <a:ext cx="4013712" cy="0"/>
          </a:xfrm>
          <a:prstGeom prst="line">
            <a:avLst/>
          </a:prstGeom>
          <a:ln cap="flat" w="19050">
            <a:solidFill>
              <a:srgbClr val="0F04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7222075" y="6667921"/>
            <a:ext cx="4065016" cy="96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-63">
                <a:solidFill>
                  <a:srgbClr val="EFEFE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Ofrecer cursos y eventos a toda la</a:t>
            </a:r>
          </a:p>
          <a:p>
            <a:pPr algn="l" marL="0" indent="0" lvl="0">
              <a:lnSpc>
                <a:spcPts val="2599"/>
              </a:lnSpc>
            </a:pPr>
            <a:r>
              <a:rPr lang="en-US" sz="1999" i="true" spc="-63">
                <a:solidFill>
                  <a:srgbClr val="EFEFE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comunidad a precios accesibles y de una  gran calidad.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768717" y="7404417"/>
            <a:ext cx="4065016" cy="90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9"/>
              </a:lnSpc>
            </a:pPr>
            <a:r>
              <a:rPr lang="en-US" sz="1899" i="true" spc="-60">
                <a:solidFill>
                  <a:srgbClr val="696969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Además muso ofrece  préstamo de libros de distintas categorías y temas.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01861" y="505729"/>
            <a:ext cx="4631128" cy="544204"/>
            <a:chOff x="0" y="0"/>
            <a:chExt cx="3458428" cy="406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777816" y="684817"/>
            <a:ext cx="42792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Camilo P | Vicente R | Nicolás C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b="true" sz="2199" spc="-98">
                <a:solidFill>
                  <a:srgbClr val="233E9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421703" y="677716"/>
            <a:ext cx="29317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Julio 1 ,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028700" y="1651862"/>
            <a:ext cx="16230600" cy="4175333"/>
            <a:chOff x="0" y="0"/>
            <a:chExt cx="2514545" cy="6468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14545" cy="646868"/>
            </a:xfrm>
            <a:custGeom>
              <a:avLst/>
              <a:gdLst/>
              <a:ahLst/>
              <a:cxnLst/>
              <a:rect r="r" b="b" t="t" l="l"/>
              <a:pathLst>
                <a:path h="646868" w="2514545">
                  <a:moveTo>
                    <a:pt x="17172" y="0"/>
                  </a:moveTo>
                  <a:lnTo>
                    <a:pt x="2497373" y="0"/>
                  </a:lnTo>
                  <a:cubicBezTo>
                    <a:pt x="2506856" y="0"/>
                    <a:pt x="2514545" y="7688"/>
                    <a:pt x="2514545" y="17172"/>
                  </a:cubicBezTo>
                  <a:lnTo>
                    <a:pt x="2514545" y="629696"/>
                  </a:lnTo>
                  <a:cubicBezTo>
                    <a:pt x="2514545" y="639180"/>
                    <a:pt x="2506856" y="646868"/>
                    <a:pt x="2497373" y="646868"/>
                  </a:cubicBezTo>
                  <a:lnTo>
                    <a:pt x="17172" y="646868"/>
                  </a:lnTo>
                  <a:cubicBezTo>
                    <a:pt x="7688" y="646868"/>
                    <a:pt x="0" y="639180"/>
                    <a:pt x="0" y="629696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0300" r="0" b="-60300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6570293"/>
            <a:ext cx="8300263" cy="253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8000" spc="-360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Problemática</a:t>
            </a:r>
          </a:p>
          <a:p>
            <a:pPr algn="ctr">
              <a:lnSpc>
                <a:spcPts val="10080"/>
              </a:lnSpc>
            </a:pPr>
            <a:r>
              <a:rPr lang="en-US" b="true" sz="8000" spc="-360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 resolver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53770" y="7075757"/>
            <a:ext cx="6326021" cy="121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00" i="true" spc="-80">
                <a:solidFill>
                  <a:srgbClr val="7ED957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Hoy m</a:t>
            </a:r>
            <a:r>
              <a:rPr lang="en-US" sz="2500" i="true" spc="-80">
                <a:solidFill>
                  <a:srgbClr val="7ED957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uso no posee una plataforma</a:t>
            </a:r>
          </a:p>
          <a:p>
            <a:pPr algn="ctr" marL="0" indent="0" lvl="0">
              <a:lnSpc>
                <a:spcPts val="3250"/>
              </a:lnSpc>
            </a:pPr>
            <a:r>
              <a:rPr lang="en-US" sz="2500" i="true" spc="-80">
                <a:solidFill>
                  <a:srgbClr val="7ED957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digital (web) donde los usuarios puedan acceder a todos los servicios que ofrecen.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53770" y="8345528"/>
            <a:ext cx="6326021" cy="39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0"/>
              </a:lnSpc>
            </a:pPr>
            <a:r>
              <a:rPr lang="en-US" sz="2500" i="true" spc="-80">
                <a:solidFill>
                  <a:srgbClr val="7ED957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¡Todo en un sólo lugar!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1861" y="505729"/>
            <a:ext cx="4631128" cy="544204"/>
            <a:chOff x="0" y="0"/>
            <a:chExt cx="3458428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777816" y="684817"/>
            <a:ext cx="42792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Camilo P | Vicente R | Nicolás C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33E99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421703" y="677716"/>
            <a:ext cx="29317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Julio 1 , 2026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985785" y="5347427"/>
            <a:ext cx="4941681" cy="3350250"/>
            <a:chOff x="0" y="0"/>
            <a:chExt cx="1301513" cy="8823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solidFill>
              <a:srgbClr val="EFEFEF"/>
            </a:solidFill>
            <a:ln w="19050" cap="rnd">
              <a:gradFill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1436882" y="6580433"/>
            <a:ext cx="4013712" cy="0"/>
          </a:xfrm>
          <a:prstGeom prst="line">
            <a:avLst/>
          </a:prstGeom>
          <a:ln cap="flat" w="19050">
            <a:solidFill>
              <a:srgbClr val="0F04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9601861" y="505729"/>
            <a:ext cx="4631128" cy="544204"/>
            <a:chOff x="0" y="0"/>
            <a:chExt cx="3458428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33E99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51365" y="5347427"/>
            <a:ext cx="4941681" cy="3350250"/>
            <a:chOff x="0" y="0"/>
            <a:chExt cx="1301513" cy="8823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solidFill>
              <a:srgbClr val="EFEFEF"/>
            </a:solidFill>
            <a:ln w="19050" cap="rnd">
              <a:gradFill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7102463" y="6580433"/>
            <a:ext cx="4013712" cy="0"/>
          </a:xfrm>
          <a:prstGeom prst="line">
            <a:avLst/>
          </a:prstGeom>
          <a:ln cap="flat" w="19050">
            <a:solidFill>
              <a:srgbClr val="0F04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2317619" y="5347427"/>
            <a:ext cx="4941681" cy="3350250"/>
            <a:chOff x="0" y="0"/>
            <a:chExt cx="1301513" cy="8823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solidFill>
              <a:srgbClr val="EFEFEF"/>
            </a:solidFill>
            <a:ln w="19050" cap="rnd">
              <a:gradFill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12768717" y="6580433"/>
            <a:ext cx="4013712" cy="0"/>
          </a:xfrm>
          <a:prstGeom prst="line">
            <a:avLst/>
          </a:prstGeom>
          <a:ln cap="flat" w="19050">
            <a:solidFill>
              <a:srgbClr val="0F04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512994" y="6976367"/>
            <a:ext cx="1102337" cy="1102337"/>
          </a:xfrm>
          <a:custGeom>
            <a:avLst/>
            <a:gdLst/>
            <a:ahLst/>
            <a:cxnLst/>
            <a:rect r="r" b="b" t="t" l="l"/>
            <a:pathLst>
              <a:path h="1102337" w="1102337">
                <a:moveTo>
                  <a:pt x="0" y="0"/>
                </a:moveTo>
                <a:lnTo>
                  <a:pt x="1102337" y="0"/>
                </a:lnTo>
                <a:lnTo>
                  <a:pt x="1102337" y="1102337"/>
                </a:lnTo>
                <a:lnTo>
                  <a:pt x="0" y="110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923471" y="7022552"/>
            <a:ext cx="1012393" cy="1010335"/>
          </a:xfrm>
          <a:custGeom>
            <a:avLst/>
            <a:gdLst/>
            <a:ahLst/>
            <a:cxnLst/>
            <a:rect r="r" b="b" t="t" l="l"/>
            <a:pathLst>
              <a:path h="1010335" w="1012393">
                <a:moveTo>
                  <a:pt x="0" y="0"/>
                </a:moveTo>
                <a:lnTo>
                  <a:pt x="1012392" y="0"/>
                </a:lnTo>
                <a:lnTo>
                  <a:pt x="1012392" y="1010335"/>
                </a:lnTo>
                <a:lnTo>
                  <a:pt x="0" y="1010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556240" y="6984457"/>
            <a:ext cx="1214319" cy="1214319"/>
          </a:xfrm>
          <a:custGeom>
            <a:avLst/>
            <a:gdLst/>
            <a:ahLst/>
            <a:cxnLst/>
            <a:rect r="r" b="b" t="t" l="l"/>
            <a:pathLst>
              <a:path h="1214319" w="1214319">
                <a:moveTo>
                  <a:pt x="0" y="0"/>
                </a:moveTo>
                <a:lnTo>
                  <a:pt x="1214320" y="0"/>
                </a:lnTo>
                <a:lnTo>
                  <a:pt x="1214320" y="1214320"/>
                </a:lnTo>
                <a:lnTo>
                  <a:pt x="0" y="1214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743186" y="7022552"/>
            <a:ext cx="1218880" cy="1138129"/>
          </a:xfrm>
          <a:custGeom>
            <a:avLst/>
            <a:gdLst/>
            <a:ahLst/>
            <a:cxnLst/>
            <a:rect r="r" b="b" t="t" l="l"/>
            <a:pathLst>
              <a:path h="1138129" w="1218880">
                <a:moveTo>
                  <a:pt x="0" y="0"/>
                </a:moveTo>
                <a:lnTo>
                  <a:pt x="1218880" y="0"/>
                </a:lnTo>
                <a:lnTo>
                  <a:pt x="1218880" y="1138130"/>
                </a:lnTo>
                <a:lnTo>
                  <a:pt x="0" y="11381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166314" y="6976367"/>
            <a:ext cx="1109204" cy="1109204"/>
          </a:xfrm>
          <a:custGeom>
            <a:avLst/>
            <a:gdLst/>
            <a:ahLst/>
            <a:cxnLst/>
            <a:rect r="r" b="b" t="t" l="l"/>
            <a:pathLst>
              <a:path h="1109204" w="1109204">
                <a:moveTo>
                  <a:pt x="0" y="0"/>
                </a:moveTo>
                <a:lnTo>
                  <a:pt x="1109204" y="0"/>
                </a:lnTo>
                <a:lnTo>
                  <a:pt x="1109204" y="1109204"/>
                </a:lnTo>
                <a:lnTo>
                  <a:pt x="0" y="1109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608893" y="6976367"/>
            <a:ext cx="1109204" cy="1109204"/>
          </a:xfrm>
          <a:custGeom>
            <a:avLst/>
            <a:gdLst/>
            <a:ahLst/>
            <a:cxnLst/>
            <a:rect r="r" b="b" t="t" l="l"/>
            <a:pathLst>
              <a:path h="1109204" w="1109204">
                <a:moveTo>
                  <a:pt x="0" y="0"/>
                </a:moveTo>
                <a:lnTo>
                  <a:pt x="1109204" y="0"/>
                </a:lnTo>
                <a:lnTo>
                  <a:pt x="1109204" y="1109204"/>
                </a:lnTo>
                <a:lnTo>
                  <a:pt x="0" y="1109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240663" y="6976367"/>
            <a:ext cx="1006195" cy="1006195"/>
          </a:xfrm>
          <a:custGeom>
            <a:avLst/>
            <a:gdLst/>
            <a:ahLst/>
            <a:cxnLst/>
            <a:rect r="r" b="b" t="t" l="l"/>
            <a:pathLst>
              <a:path h="1006195" w="1006195">
                <a:moveTo>
                  <a:pt x="0" y="0"/>
                </a:moveTo>
                <a:lnTo>
                  <a:pt x="1006195" y="0"/>
                </a:lnTo>
                <a:lnTo>
                  <a:pt x="1006195" y="1006195"/>
                </a:lnTo>
                <a:lnTo>
                  <a:pt x="0" y="10061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144000" y="6912280"/>
            <a:ext cx="1286496" cy="1286496"/>
          </a:xfrm>
          <a:custGeom>
            <a:avLst/>
            <a:gdLst/>
            <a:ahLst/>
            <a:cxnLst/>
            <a:rect r="r" b="b" t="t" l="l"/>
            <a:pathLst>
              <a:path h="1286496" w="1286496">
                <a:moveTo>
                  <a:pt x="0" y="0"/>
                </a:moveTo>
                <a:lnTo>
                  <a:pt x="1286496" y="0"/>
                </a:lnTo>
                <a:lnTo>
                  <a:pt x="1286496" y="1286497"/>
                </a:lnTo>
                <a:lnTo>
                  <a:pt x="0" y="12864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2953527" y="8231908"/>
            <a:ext cx="1006195" cy="1026392"/>
          </a:xfrm>
          <a:custGeom>
            <a:avLst/>
            <a:gdLst/>
            <a:ahLst/>
            <a:cxnLst/>
            <a:rect r="r" b="b" t="t" l="l"/>
            <a:pathLst>
              <a:path h="1026392" w="1006195">
                <a:moveTo>
                  <a:pt x="0" y="0"/>
                </a:moveTo>
                <a:lnTo>
                  <a:pt x="1006195" y="0"/>
                </a:lnTo>
                <a:lnTo>
                  <a:pt x="1006195" y="1026392"/>
                </a:lnTo>
                <a:lnTo>
                  <a:pt x="0" y="1026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881089" y="8231908"/>
            <a:ext cx="943074" cy="1329976"/>
          </a:xfrm>
          <a:custGeom>
            <a:avLst/>
            <a:gdLst/>
            <a:ahLst/>
            <a:cxnLst/>
            <a:rect r="r" b="b" t="t" l="l"/>
            <a:pathLst>
              <a:path h="1329976" w="943074">
                <a:moveTo>
                  <a:pt x="0" y="0"/>
                </a:moveTo>
                <a:lnTo>
                  <a:pt x="943074" y="0"/>
                </a:lnTo>
                <a:lnTo>
                  <a:pt x="943074" y="1329976"/>
                </a:lnTo>
                <a:lnTo>
                  <a:pt x="0" y="13299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4126082" y="8198777"/>
            <a:ext cx="1238447" cy="1326316"/>
          </a:xfrm>
          <a:custGeom>
            <a:avLst/>
            <a:gdLst/>
            <a:ahLst/>
            <a:cxnLst/>
            <a:rect r="r" b="b" t="t" l="l"/>
            <a:pathLst>
              <a:path h="1326316" w="1238447">
                <a:moveTo>
                  <a:pt x="0" y="0"/>
                </a:moveTo>
                <a:lnTo>
                  <a:pt x="1238447" y="0"/>
                </a:lnTo>
                <a:lnTo>
                  <a:pt x="1238447" y="1326315"/>
                </a:lnTo>
                <a:lnTo>
                  <a:pt x="0" y="132631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028700" y="1937612"/>
            <a:ext cx="16230600" cy="117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 spc="-432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Tecnologías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23471" y="3384118"/>
            <a:ext cx="12441059" cy="40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</a:pPr>
            <a:r>
              <a:rPr lang="en-US" sz="2499" spc="-79">
                <a:solidFill>
                  <a:srgbClr val="B8B8B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Tecnologías utilizadas en el desarrollo del proyecto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11351" y="5758119"/>
            <a:ext cx="4090547" cy="50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Comunicación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77816" y="684817"/>
            <a:ext cx="42792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Camilo P | Vicente R | Nicolás C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421703" y="677716"/>
            <a:ext cx="29317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Julio 1 , 2026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076932" y="5758119"/>
            <a:ext cx="4090547" cy="50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Prototipado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743186" y="5758119"/>
            <a:ext cx="4090547" cy="50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Coding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08289" y="741671"/>
            <a:ext cx="9004730" cy="9160151"/>
          </a:xfrm>
          <a:custGeom>
            <a:avLst/>
            <a:gdLst/>
            <a:ahLst/>
            <a:cxnLst/>
            <a:rect r="r" b="b" t="t" l="l"/>
            <a:pathLst>
              <a:path h="9160151" w="9004730">
                <a:moveTo>
                  <a:pt x="0" y="0"/>
                </a:moveTo>
                <a:lnTo>
                  <a:pt x="9004729" y="0"/>
                </a:lnTo>
                <a:lnTo>
                  <a:pt x="9004729" y="9160151"/>
                </a:lnTo>
                <a:lnTo>
                  <a:pt x="0" y="916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41388"/>
            <a:ext cx="8179830" cy="130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b="true" sz="9600" spc="-432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b="true" sz="2199" spc="-98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93450" y="-924675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sp>
        <p:nvSpPr>
          <p:cNvPr name="Freeform 24" id="24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137263" y="1937612"/>
            <a:ext cx="9122037" cy="117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9600" spc="-432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Conclusiónes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1564651"/>
            <a:ext cx="5022268" cy="6236705"/>
            <a:chOff x="0" y="0"/>
            <a:chExt cx="666980" cy="8282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6980" cy="828263"/>
            </a:xfrm>
            <a:custGeom>
              <a:avLst/>
              <a:gdLst/>
              <a:ahLst/>
              <a:cxnLst/>
              <a:rect r="r" b="b" t="t" l="l"/>
              <a:pathLst>
                <a:path h="828263" w="666980">
                  <a:moveTo>
                    <a:pt x="55495" y="0"/>
                  </a:moveTo>
                  <a:lnTo>
                    <a:pt x="611486" y="0"/>
                  </a:lnTo>
                  <a:cubicBezTo>
                    <a:pt x="642135" y="0"/>
                    <a:pt x="666980" y="24846"/>
                    <a:pt x="666980" y="55495"/>
                  </a:cubicBezTo>
                  <a:lnTo>
                    <a:pt x="666980" y="772769"/>
                  </a:lnTo>
                  <a:cubicBezTo>
                    <a:pt x="666980" y="787487"/>
                    <a:pt x="661134" y="801602"/>
                    <a:pt x="650726" y="812009"/>
                  </a:cubicBezTo>
                  <a:cubicBezTo>
                    <a:pt x="640319" y="822417"/>
                    <a:pt x="626204" y="828263"/>
                    <a:pt x="611486" y="828263"/>
                  </a:cubicBezTo>
                  <a:lnTo>
                    <a:pt x="55495" y="828263"/>
                  </a:lnTo>
                  <a:cubicBezTo>
                    <a:pt x="40777" y="828263"/>
                    <a:pt x="26661" y="822417"/>
                    <a:pt x="16254" y="812009"/>
                  </a:cubicBezTo>
                  <a:cubicBezTo>
                    <a:pt x="5847" y="801602"/>
                    <a:pt x="0" y="787487"/>
                    <a:pt x="0" y="772769"/>
                  </a:cubicBezTo>
                  <a:lnTo>
                    <a:pt x="0" y="55495"/>
                  </a:lnTo>
                  <a:cubicBezTo>
                    <a:pt x="0" y="40777"/>
                    <a:pt x="5847" y="26661"/>
                    <a:pt x="16254" y="16254"/>
                  </a:cubicBezTo>
                  <a:cubicBezTo>
                    <a:pt x="26661" y="5847"/>
                    <a:pt x="40777" y="0"/>
                    <a:pt x="5549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340" r="0" b="-10340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615347" y="4683004"/>
            <a:ext cx="4066331" cy="4617752"/>
            <a:chOff x="0" y="0"/>
            <a:chExt cx="666980" cy="7574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6980" cy="757427"/>
            </a:xfrm>
            <a:custGeom>
              <a:avLst/>
              <a:gdLst/>
              <a:ahLst/>
              <a:cxnLst/>
              <a:rect r="r" b="b" t="t" l="l"/>
              <a:pathLst>
                <a:path h="757427" w="666980">
                  <a:moveTo>
                    <a:pt x="68541" y="0"/>
                  </a:moveTo>
                  <a:lnTo>
                    <a:pt x="598440" y="0"/>
                  </a:lnTo>
                  <a:cubicBezTo>
                    <a:pt x="636294" y="0"/>
                    <a:pt x="666980" y="30687"/>
                    <a:pt x="666980" y="68541"/>
                  </a:cubicBezTo>
                  <a:lnTo>
                    <a:pt x="666980" y="688887"/>
                  </a:lnTo>
                  <a:cubicBezTo>
                    <a:pt x="666980" y="707065"/>
                    <a:pt x="659759" y="724498"/>
                    <a:pt x="646905" y="737352"/>
                  </a:cubicBezTo>
                  <a:cubicBezTo>
                    <a:pt x="634051" y="750206"/>
                    <a:pt x="616618" y="757427"/>
                    <a:pt x="598440" y="757427"/>
                  </a:cubicBezTo>
                  <a:lnTo>
                    <a:pt x="68541" y="757427"/>
                  </a:lnTo>
                  <a:cubicBezTo>
                    <a:pt x="50363" y="757427"/>
                    <a:pt x="32929" y="750206"/>
                    <a:pt x="20075" y="737352"/>
                  </a:cubicBezTo>
                  <a:cubicBezTo>
                    <a:pt x="7221" y="724498"/>
                    <a:pt x="0" y="707065"/>
                    <a:pt x="0" y="688887"/>
                  </a:cubicBezTo>
                  <a:lnTo>
                    <a:pt x="0" y="68541"/>
                  </a:lnTo>
                  <a:cubicBezTo>
                    <a:pt x="0" y="50363"/>
                    <a:pt x="7221" y="32929"/>
                    <a:pt x="20075" y="20075"/>
                  </a:cubicBezTo>
                  <a:cubicBezTo>
                    <a:pt x="32929" y="7221"/>
                    <a:pt x="50363" y="0"/>
                    <a:pt x="68541" y="0"/>
                  </a:cubicBezTo>
                  <a:close/>
                </a:path>
              </a:pathLst>
            </a:custGeom>
            <a:blipFill>
              <a:blip r:embed="rId5"/>
              <a:stretch>
                <a:fillRect l="-35093" t="0" r="-35093" b="0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890014" y="5456291"/>
            <a:ext cx="4941681" cy="3350250"/>
            <a:chOff x="0" y="0"/>
            <a:chExt cx="1301513" cy="8823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solidFill>
              <a:srgbClr val="EFEFEF"/>
            </a:solidFill>
            <a:ln w="19050" cap="rnd">
              <a:gradFill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17619" y="5908050"/>
            <a:ext cx="4941681" cy="3350250"/>
            <a:chOff x="0" y="0"/>
            <a:chExt cx="1301513" cy="8823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01513" cy="882370"/>
            </a:xfrm>
            <a:custGeom>
              <a:avLst/>
              <a:gdLst/>
              <a:ahLst/>
              <a:cxnLst/>
              <a:rect r="r" b="b" t="t" l="l"/>
              <a:pathLst>
                <a:path h="882370" w="1301513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01513" cy="882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315581" y="5866982"/>
            <a:ext cx="4090547" cy="50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Trabajo en equipo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7341112" y="6689297"/>
            <a:ext cx="4013712" cy="0"/>
          </a:xfrm>
          <a:prstGeom prst="line">
            <a:avLst/>
          </a:prstGeom>
          <a:ln cap="flat" w="19050">
            <a:solidFill>
              <a:srgbClr val="0F04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7341112" y="6984572"/>
            <a:ext cx="4065016" cy="77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i="true" spc="-51">
                <a:solidFill>
                  <a:srgbClr val="696969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El trabajo en equipo ha sido uno de  los mejores</a:t>
            </a:r>
          </a:p>
          <a:p>
            <a:pPr algn="l" marL="0" indent="0" lvl="0">
              <a:lnSpc>
                <a:spcPts val="2079"/>
              </a:lnSpc>
            </a:pPr>
            <a:r>
              <a:rPr lang="en-US" sz="1599" i="true" spc="-51">
                <a:solidFill>
                  <a:srgbClr val="696969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elementos durante el desarrollo. Todo el equipo trabajó de buena manera.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52711" y="6337672"/>
            <a:ext cx="4090547" cy="46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3427" spc="-154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Perspectivas futuras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12778242" y="7159986"/>
            <a:ext cx="401371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2778242" y="7455261"/>
            <a:ext cx="4065016" cy="77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599" i="true" spc="-51">
                <a:solidFill>
                  <a:srgbClr val="B8B8B8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Agregar más uncionalidades a la plataforma como por ejemplo gráficos con estadísticas, blog con contenido o noticias, etc.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37263" y="3374593"/>
            <a:ext cx="9115594" cy="64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9"/>
              </a:lnSpc>
            </a:pPr>
            <a:r>
              <a:rPr lang="en-US" sz="3999" i="true" spc="-127">
                <a:solidFill>
                  <a:srgbClr val="B8B8B8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y Perspectivas futuras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01861" y="505729"/>
            <a:ext cx="4631128" cy="544204"/>
            <a:chOff x="0" y="0"/>
            <a:chExt cx="3458428" cy="406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33E99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777816" y="684817"/>
            <a:ext cx="42792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Camilo P | Vicente R | Nicolás 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21703" y="677716"/>
            <a:ext cx="29317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Julio 1 , 2026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084" y="3058015"/>
            <a:ext cx="17969833" cy="366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0"/>
              </a:lnSpc>
            </a:pPr>
            <a:r>
              <a:rPr lang="en-US" b="true" sz="30000" spc="-1350">
                <a:solidFill>
                  <a:srgbClr val="EFEFEF">
                    <a:alpha val="82745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muso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12990" y="4505829"/>
            <a:ext cx="19141667" cy="2379468"/>
            <a:chOff x="0" y="0"/>
            <a:chExt cx="5570263" cy="692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70263" cy="692430"/>
            </a:xfrm>
            <a:custGeom>
              <a:avLst/>
              <a:gdLst/>
              <a:ahLst/>
              <a:cxnLst/>
              <a:rect r="r" b="b" t="t" l="l"/>
              <a:pathLst>
                <a:path h="692430" w="5570263">
                  <a:moveTo>
                    <a:pt x="0" y="0"/>
                  </a:moveTo>
                  <a:lnTo>
                    <a:pt x="5570263" y="0"/>
                  </a:lnTo>
                  <a:lnTo>
                    <a:pt x="5570263" y="692430"/>
                  </a:lnTo>
                  <a:lnTo>
                    <a:pt x="0" y="692430"/>
                  </a:ln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570263" cy="69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1861" y="505729"/>
            <a:ext cx="4631128" cy="544204"/>
            <a:chOff x="0" y="0"/>
            <a:chExt cx="3458428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71221" y="6250622"/>
            <a:ext cx="5535461" cy="939246"/>
            <a:chOff x="0" y="0"/>
            <a:chExt cx="2395126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95126" cy="406400"/>
            </a:xfrm>
            <a:custGeom>
              <a:avLst/>
              <a:gdLst/>
              <a:ahLst/>
              <a:cxnLst/>
              <a:rect r="r" b="b" t="t" l="l"/>
              <a:pathLst>
                <a:path h="406400" w="2395126">
                  <a:moveTo>
                    <a:pt x="2191926" y="0"/>
                  </a:moveTo>
                  <a:cubicBezTo>
                    <a:pt x="2304150" y="0"/>
                    <a:pt x="2395126" y="90976"/>
                    <a:pt x="2395126" y="203200"/>
                  </a:cubicBezTo>
                  <a:cubicBezTo>
                    <a:pt x="2395126" y="315424"/>
                    <a:pt x="2304150" y="406400"/>
                    <a:pt x="21919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100000"/>
                  </a:srgbClr>
                </a:gs>
                <a:gs pos="20000">
                  <a:srgbClr val="0F062D">
                    <a:alpha val="100000"/>
                  </a:srgbClr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395126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90400" y="559187"/>
            <a:ext cx="422594" cy="364968"/>
          </a:xfrm>
          <a:custGeom>
            <a:avLst/>
            <a:gdLst/>
            <a:ahLst/>
            <a:cxnLst/>
            <a:rect r="r" b="b" t="t" l="l"/>
            <a:pathLst>
              <a:path h="364968" w="422594">
                <a:moveTo>
                  <a:pt x="0" y="0"/>
                </a:moveTo>
                <a:lnTo>
                  <a:pt x="422594" y="0"/>
                </a:lnTo>
                <a:lnTo>
                  <a:pt x="422594" y="364968"/>
                </a:lnTo>
                <a:lnTo>
                  <a:pt x="0" y="36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97407" y="5695563"/>
            <a:ext cx="5920018" cy="5177325"/>
          </a:xfrm>
          <a:custGeom>
            <a:avLst/>
            <a:gdLst/>
            <a:ahLst/>
            <a:cxnLst/>
            <a:rect r="r" b="b" t="t" l="l"/>
            <a:pathLst>
              <a:path h="5177325" w="5920018">
                <a:moveTo>
                  <a:pt x="0" y="0"/>
                </a:moveTo>
                <a:lnTo>
                  <a:pt x="5920018" y="0"/>
                </a:lnTo>
                <a:lnTo>
                  <a:pt x="5920018" y="5177324"/>
                </a:lnTo>
                <a:lnTo>
                  <a:pt x="0" y="5177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746751" y="644579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DuocUc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21703" y="677716"/>
            <a:ext cx="29317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Julio 1 , 2026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77816" y="684817"/>
            <a:ext cx="4279219" cy="2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b="true" sz="1999" spc="-89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Camilo P | Vicente R | Nicolás C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71221" y="6528600"/>
            <a:ext cx="6390936" cy="51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b="true" sz="4209" spc="-1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Centro cultural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9344025"/>
            <a:ext cx="3737193" cy="36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999" spc="-134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Presentación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DAHOACv6tAg</dc:identifier>
  <dcterms:modified xsi:type="dcterms:W3CDTF">2011-08-01T06:04:30Z</dcterms:modified>
  <cp:revision>1</cp:revision>
  <dc:title>Startup</dc:title>
</cp:coreProperties>
</file>